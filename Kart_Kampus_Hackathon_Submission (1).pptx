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1672" cy="1554480"/>
          </a:xfrm>
          <a:prstGeom prst="roundRect">
            <a:avLst>
              <a:gd name="adj" fmla="val 823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594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CB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 KAMPUS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like a racer. Craft N Code Karnataka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</a:t>
            </a:r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name:  </a:t>
            </a:r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 Kampus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519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College:  </a:t>
            </a:r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 College of Engineering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9204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 </a:t>
            </a:r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Sruthi Hasini 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Mulapalli Lakshmi Sarayu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Piyushi Jha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Shruti Khemka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5330952" cy="4160520"/>
          </a:xfrm>
          <a:prstGeom prst="roundRect">
            <a:avLst>
              <a:gd name="adj" fmla="val 3077"/>
            </a:avLst>
          </a:prstGeom>
          <a:solidFill>
            <a:srgbClr val="FCBC00"/>
          </a:solidFill>
          <a:ln w="12700">
            <a:solidFill>
              <a:srgbClr val="FCB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29400" y="2468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0175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 Kampus is a Mario Kart-style study app for CBSE and NCERT students. It turns lessons into notes, flashcards and quizzes, adds a focus timer and daily quests, and lets students ask an AI tutor called Tario about any doubt.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you choose this problem?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78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 find NCERT chapters hard to revise, and plain reading gets boring quickly.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already love Mario Kart, so we turned studying into a race where every correct answer moves the kart forward.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builds notes, flashcards and quizzes from the student's own text, so revision is not limited to fixed question banks.</a:t>
            </a:r>
            <a:endParaRPr lang="en-US" sz="2100" dirty="0"/>
          </a:p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AI tutor answers doubts on the same screen, so students do not have to switch apps.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study session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74520" cy="23774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2436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2521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24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and chapter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96312" y="3054096"/>
            <a:ext cx="274320" cy="292608"/>
          </a:xfrm>
          <a:prstGeom prst="rightArrow">
            <a:avLst/>
          </a:prstGeom>
          <a:solidFill>
            <a:srgbClr val="FCBC00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011680"/>
            <a:ext cx="1874520" cy="23774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88436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CBC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84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notes made from the lesson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82312" y="3054096"/>
            <a:ext cx="274320" cy="292608"/>
          </a:xfrm>
          <a:prstGeom prst="rightArrow">
            <a:avLst/>
          </a:prstGeom>
          <a:solidFill>
            <a:srgbClr val="FCBC00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011680"/>
            <a:ext cx="1874520" cy="23774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4436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2521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744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to check each idea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68312" y="3054096"/>
            <a:ext cx="274320" cy="292608"/>
          </a:xfrm>
          <a:prstGeom prst="rightArrow">
            <a:avLst/>
          </a:prstGeom>
          <a:solidFill>
            <a:srgbClr val="FCBC00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2011680"/>
            <a:ext cx="1874520" cy="23774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0436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CBC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604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to earn XP and coins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54312" y="3054096"/>
            <a:ext cx="274320" cy="292608"/>
          </a:xfrm>
          <a:prstGeom prst="rightArrow">
            <a:avLst/>
          </a:prstGeom>
          <a:solidFill>
            <a:srgbClr val="FCBC00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0" y="2011680"/>
            <a:ext cx="1874520" cy="23774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46436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2521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4643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971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kart moves forward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earns XP. A full session moves your kart further along the track, with quests and a focus timer to keep the habit going.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garage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2521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library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for each subject and chapter, with notes, flashcards and quizzes.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105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CBC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Tario, AI tutor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 doubt about your chapter and get a step-by-step explanation.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8105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8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timer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514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sessions with a racer that walks the track, lo-fi music and a 7-day study record.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879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88E5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week and month to-do lists. Completing them earns XP and bonuses.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879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CBC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 notes for a chapter and study them again later.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1879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2521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shop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characters, unlock accessories with XP and collect Mushrooms, Ghosties and Frogs.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helps kids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22392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2521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recall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 and flashcards make kids pull answers out of memory. Research on learning favours this over re-reading.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CBC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and often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quests and streak bonuses build a habit of studying a bit every day, instead of cramming.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22392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976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800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that work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749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Pomodoro timer gives focused sessions with rests, and the study record shows progress.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422392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976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88E5"/>
          </a:solidFill>
          <a:ln w="254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without pressure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749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characters and accessories reward effort. Progress is saved on the device, with no accounts to set up.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for, and how would they use 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B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CBSE students in Classes 1 to 7 today, with Classes 8 to 12 planned. It suits students who find revision dull and want a clear daily routine.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30952" cy="4480560"/>
          </a:xfrm>
          <a:prstGeom prst="roundRect">
            <a:avLst>
              <a:gd name="adj" fmla="val 285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 week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garage each day and complete the day's quests.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25-minute focus session with the timer.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chapter with flashcards and a quiz a few times a week.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their own chapter notes in Revise.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Tario about anything unclear.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377440"/>
                <a:gridCol w="21305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 Kampus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quiz apps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AI chatbots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around CBSE / NCERT chapters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built 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Themed as a game kids already love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Mario Kart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Quizzes from your own notes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you paste them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timer and study record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tutor on the same screen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separate app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 stays on your device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A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B4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is general. Other apps differ, and Kart Kampus is a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E1B4B">
              <a:alpha val="92000"/>
            </a:srgbClr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build next?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another month, we would add lessons for Classes 8 to 12 so the app covers the full school range.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make setup easier, by hosting the server online or packaging the app as a desktop program.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add a parent and teacher view of progress, then test with real students to tune the rewards.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89520" y="1554480"/>
            <a:ext cx="4050792" cy="4526280"/>
          </a:xfrm>
          <a:prstGeom prst="roundRect">
            <a:avLst>
              <a:gd name="adj" fmla="val 3160"/>
            </a:avLst>
          </a:prstGeom>
          <a:solidFill>
            <a:srgbClr val="FCBC00"/>
          </a:solidFill>
          <a:ln w="12700">
            <a:solidFill>
              <a:srgbClr val="FCBC00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limits today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28600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cover Classes 1 to 7.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Tario needs the server running and a Gemini key.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a computer, not as a phone app.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 Kampus: Craft N Code Karnataka 2026 Submission</dc:title>
  <dc:subject>PptxGenJS Presentation</dc:subject>
  <dc:creator>Kart Kampus</dc:creator>
  <cp:lastModifiedBy>Kart Kampus</cp:lastModifiedBy>
  <cp:revision>1</cp:revision>
  <dcterms:created xsi:type="dcterms:W3CDTF">2026-10-18T18:15:29Z</dcterms:created>
  <dcterms:modified xsi:type="dcterms:W3CDTF">2026-10-18T18:15:29Z</dcterms:modified>
</cp:coreProperties>
</file>